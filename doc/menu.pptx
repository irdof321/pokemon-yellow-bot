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6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048A0-6797-0E6F-C57B-F39008693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96F89-615E-1547-C6E1-4F8AF24AE2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A0135-2661-8854-1E3E-10E7218C7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48BCC-239D-4BFA-8FAE-67D36FFFE04A}" type="datetimeFigureOut">
              <a:rPr lang="fr-CH" smtClean="0"/>
              <a:t>09.09.2026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C9001-60B9-0FF0-B65D-F611593BF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C4B6D-C4D9-1F38-D175-85A0304BF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1D88-7A9C-4C6B-82D6-330E7A0F88C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34422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00788-6824-43B3-9301-339DE7103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09F72-1B83-A3BC-E920-72EAE8B8A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11BFC-8603-FE41-DC6A-764FBC3C1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48BCC-239D-4BFA-8FAE-67D36FFFE04A}" type="datetimeFigureOut">
              <a:rPr lang="fr-CH" smtClean="0"/>
              <a:t>09.09.2026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8EC92-4A70-3FF6-B2C4-F5B5A3D0D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7FDAB-EE95-76DF-A666-190614263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1D88-7A9C-4C6B-82D6-330E7A0F88C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21968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484A5-81B6-824D-064A-DC6C27E81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71436-29B4-6428-4DD9-D811B19B3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87AC7-73AF-115E-B720-8E9919A1C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48BCC-239D-4BFA-8FAE-67D36FFFE04A}" type="datetimeFigureOut">
              <a:rPr lang="fr-CH" smtClean="0"/>
              <a:t>09.09.2026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FA477-9AE9-2985-81E2-9FCCDF41E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CB3B5-54DA-E198-C0B4-830FB50A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1D88-7A9C-4C6B-82D6-330E7A0F88C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70239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3163D-EDEA-36A5-D6B5-7602E4CF7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CBCBC-5F17-321B-5190-2BEA402B08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A13A14-9434-EE5C-8D09-EEF8E69F4F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A69CB3-107F-8998-DC2F-6B62162B7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48BCC-239D-4BFA-8FAE-67D36FFFE04A}" type="datetimeFigureOut">
              <a:rPr lang="fr-CH" smtClean="0"/>
              <a:t>09.09.2026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EFFEDB-BA13-0CE5-FB1B-CA8744737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AD1F5-ABAE-318B-DF61-449590690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1D88-7A9C-4C6B-82D6-330E7A0F88C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32964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4D1E6-FC67-1D8B-A8AF-8B347A858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44E41-AA25-0946-F95C-FDE28847C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43E6FF-622D-6D64-ED45-AC1604AC8B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46A374-537B-2A9C-740A-1F5D3D61AE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D75840-7DD7-6A2E-80AA-D9A935AC75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FFB0EF-B732-0E77-94AE-F5BA1BD91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48BCC-239D-4BFA-8FAE-67D36FFFE04A}" type="datetimeFigureOut">
              <a:rPr lang="fr-CH" smtClean="0"/>
              <a:t>09.09.2026</a:t>
            </a:fld>
            <a:endParaRPr lang="fr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F77AB6-90C3-5DE6-2DEE-ADB18117C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29F4E2-D1FC-4A8C-DF50-8DBF5D6E8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1D88-7A9C-4C6B-82D6-330E7A0F88C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03706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4B7AB-1D73-2354-5E11-6A0E36ACE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505134-80EE-8ED2-1BA3-8A4B3E897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48BCC-239D-4BFA-8FAE-67D36FFFE04A}" type="datetimeFigureOut">
              <a:rPr lang="fr-CH" smtClean="0"/>
              <a:t>09.09.2026</a:t>
            </a:fld>
            <a:endParaRPr lang="fr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4C8DC3-1220-42B9-69DB-3848FD094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004B2-FB2F-ABF4-2B1C-1CEF6652B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1D88-7A9C-4C6B-82D6-330E7A0F88C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70912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1FD7AB-9045-225A-93D8-FA26CC47A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48BCC-239D-4BFA-8FAE-67D36FFFE04A}" type="datetimeFigureOut">
              <a:rPr lang="fr-CH" smtClean="0"/>
              <a:t>09.09.2026</a:t>
            </a:fld>
            <a:endParaRPr lang="fr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570BED-B5FF-53AB-C6D5-6F1A42A84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1B81AB-07F2-FA92-4327-32B67DECE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1D88-7A9C-4C6B-82D6-330E7A0F88C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63774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27714-D2C2-71F5-2685-2618D1508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DB7B0-83A5-6E86-ADE3-5BF64B158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55752D-EDCA-C2F3-FB17-93FB19CFD6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F91B15-F886-A280-1ED1-2BD49EFE9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48BCC-239D-4BFA-8FAE-67D36FFFE04A}" type="datetimeFigureOut">
              <a:rPr lang="fr-CH" smtClean="0"/>
              <a:t>09.09.2026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C41565-DFCE-167E-191A-CB9229BC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70BF1A-5544-BE59-E153-CB23B3C77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1D88-7A9C-4C6B-82D6-330E7A0F88C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13466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30FDC-48E3-DC9B-7FC9-730CC741C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B8D620-075F-7C15-1B96-63EABDD21C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6A6AC9-76CA-CEA7-0F25-34A64AB8BA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97A2EE-6325-FF77-84B9-67641B105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48BCC-239D-4BFA-8FAE-67D36FFFE04A}" type="datetimeFigureOut">
              <a:rPr lang="fr-CH" smtClean="0"/>
              <a:t>09.09.2026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D92B06-1E3A-038F-58E6-A16584E59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D41EB-8819-4F4C-A90D-77F5E9B2E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1D88-7A9C-4C6B-82D6-330E7A0F88C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27102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09DF8-B046-DA3F-97D6-37D3F685B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F68171-4627-5784-C727-859EE667E2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6CAAE-8FA6-8F85-1B7C-4CE810A79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48BCC-239D-4BFA-8FAE-67D36FFFE04A}" type="datetimeFigureOut">
              <a:rPr lang="fr-CH" smtClean="0"/>
              <a:t>09.09.2026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BD492-03D3-8E23-9FF3-81EF352EB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911B6-8B43-31E1-C707-76B8CFEB4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1D88-7A9C-4C6B-82D6-330E7A0F88C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52649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3F2CC3-C061-2B7A-6262-B7ECEC71BB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436743-BD47-E242-4894-EA1FE5956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FF7E1-7EFE-AF32-85E4-0F126081F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48BCC-239D-4BFA-8FAE-67D36FFFE04A}" type="datetimeFigureOut">
              <a:rPr lang="fr-CH" smtClean="0"/>
              <a:t>09.09.2026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569D8-A9C9-95DB-1A11-91358687D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34D8A-5C40-BC29-3941-CA2FA1366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1D88-7A9C-4C6B-82D6-330E7A0F88C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6444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90D1A6-4A49-A2FA-ADEE-D5C96BD9E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514C2-E8DD-2589-AEB9-0CE884480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7C498-4665-E7F2-1CF6-56839B2E98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848BCC-239D-4BFA-8FAE-67D36FFFE04A}" type="datetimeFigureOut">
              <a:rPr lang="fr-CH" smtClean="0"/>
              <a:t>09.09.2026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36FD6-9FC7-9435-447C-56CC1CB645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6E787-06A1-D02B-0A4F-D60117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F21D88-7A9C-4C6B-82D6-330E7A0F88C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34486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283BAF-F466-A8DF-8181-77624859C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681" y="792528"/>
            <a:ext cx="4572638" cy="43344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884A89C-4806-3736-D0E4-83CFFDA98CE4}"/>
              </a:ext>
            </a:extLst>
          </p:cNvPr>
          <p:cNvSpPr/>
          <p:nvPr/>
        </p:nvSpPr>
        <p:spPr>
          <a:xfrm>
            <a:off x="5775158" y="3898232"/>
            <a:ext cx="1437774" cy="1052763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DC6175-28CC-4736-1D21-61165B3C6A8B}"/>
              </a:ext>
            </a:extLst>
          </p:cNvPr>
          <p:cNvSpPr/>
          <p:nvPr/>
        </p:nvSpPr>
        <p:spPr>
          <a:xfrm>
            <a:off x="7212932" y="3910038"/>
            <a:ext cx="938463" cy="1040957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C186AF-7EEB-2581-7D9B-6B8B96AD8C3F}"/>
              </a:ext>
            </a:extLst>
          </p:cNvPr>
          <p:cNvSpPr txBox="1"/>
          <p:nvPr/>
        </p:nvSpPr>
        <p:spPr>
          <a:xfrm>
            <a:off x="7689755" y="3713566"/>
            <a:ext cx="1310615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CH" dirty="0"/>
              <a:t>X = 15,Y=14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A2455B2-E6E8-38B8-33E6-FFD6CDE767CB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7291137" y="3898232"/>
            <a:ext cx="398618" cy="118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DDB3A8B-DF75-7A24-DA14-8D686C95A2D0}"/>
              </a:ext>
            </a:extLst>
          </p:cNvPr>
          <p:cNvSpPr txBox="1"/>
          <p:nvPr/>
        </p:nvSpPr>
        <p:spPr>
          <a:xfrm>
            <a:off x="8036037" y="4147614"/>
            <a:ext cx="74251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CH" dirty="0"/>
              <a:t>ID = 0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BCDBC56-0A5F-548A-7A5B-A2304B0D9506}"/>
              </a:ext>
            </a:extLst>
          </p:cNvPr>
          <p:cNvCxnSpPr>
            <a:stCxn id="12" idx="1"/>
          </p:cNvCxnSpPr>
          <p:nvPr/>
        </p:nvCxnSpPr>
        <p:spPr>
          <a:xfrm flipH="1">
            <a:off x="7898732" y="4332280"/>
            <a:ext cx="1373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83F7ABF-B9F3-7968-6BD5-AFA8573116DD}"/>
              </a:ext>
            </a:extLst>
          </p:cNvPr>
          <p:cNvSpPr txBox="1"/>
          <p:nvPr/>
        </p:nvSpPr>
        <p:spPr>
          <a:xfrm>
            <a:off x="8358257" y="4618401"/>
            <a:ext cx="74251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CH" dirty="0"/>
              <a:t>ID = 1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F498970-6C1F-B039-9212-A003E72514E3}"/>
              </a:ext>
            </a:extLst>
          </p:cNvPr>
          <p:cNvCxnSpPr/>
          <p:nvPr/>
        </p:nvCxnSpPr>
        <p:spPr>
          <a:xfrm flipH="1">
            <a:off x="8151395" y="4803067"/>
            <a:ext cx="1936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82C5CB6-74B2-7C68-63BF-168B48B2E217}"/>
              </a:ext>
            </a:extLst>
          </p:cNvPr>
          <p:cNvCxnSpPr>
            <a:stCxn id="12" idx="1"/>
          </p:cNvCxnSpPr>
          <p:nvPr/>
        </p:nvCxnSpPr>
        <p:spPr>
          <a:xfrm flipH="1">
            <a:off x="7158789" y="4332280"/>
            <a:ext cx="8772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F40711F-6DD9-8085-E2AE-8F80BE0654C5}"/>
              </a:ext>
            </a:extLst>
          </p:cNvPr>
          <p:cNvCxnSpPr/>
          <p:nvPr/>
        </p:nvCxnSpPr>
        <p:spPr>
          <a:xfrm flipH="1">
            <a:off x="6996363" y="4803067"/>
            <a:ext cx="13486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B0F076B-7B63-1613-87F6-1D3AB8FC057C}"/>
              </a:ext>
            </a:extLst>
          </p:cNvPr>
          <p:cNvSpPr txBox="1"/>
          <p:nvPr/>
        </p:nvSpPr>
        <p:spPr>
          <a:xfrm>
            <a:off x="4068314" y="3962948"/>
            <a:ext cx="118718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CH" dirty="0"/>
              <a:t>X = 9,Y=14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870B6CA-9F38-A85F-E040-8AD3B9DE1BCE}"/>
              </a:ext>
            </a:extLst>
          </p:cNvPr>
          <p:cNvCxnSpPr/>
          <p:nvPr/>
        </p:nvCxnSpPr>
        <p:spPr>
          <a:xfrm>
            <a:off x="5255498" y="4147614"/>
            <a:ext cx="713009" cy="184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1C35480-F330-44C7-775E-2463462B0D0C}"/>
              </a:ext>
            </a:extLst>
          </p:cNvPr>
          <p:cNvSpPr txBox="1"/>
          <p:nvPr/>
        </p:nvSpPr>
        <p:spPr>
          <a:xfrm>
            <a:off x="1509204" y="1136342"/>
            <a:ext cx="1353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 err="1"/>
              <a:t>Tile</a:t>
            </a:r>
            <a:r>
              <a:rPr lang="fr-CH" dirty="0"/>
              <a:t> pointer:</a:t>
            </a:r>
            <a:br>
              <a:rPr lang="fr-CH" dirty="0"/>
            </a:br>
            <a:r>
              <a:rPr lang="fr-CH" b="0" i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0xC1C4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484405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296770-DDD1-05C0-9161-42BE7AEE4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781" y="799774"/>
            <a:ext cx="4458322" cy="42963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C186AF-7EEB-2581-7D9B-6B8B96AD8C3F}"/>
              </a:ext>
            </a:extLst>
          </p:cNvPr>
          <p:cNvSpPr txBox="1"/>
          <p:nvPr/>
        </p:nvSpPr>
        <p:spPr>
          <a:xfrm>
            <a:off x="4344976" y="5181418"/>
            <a:ext cx="118718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CH" dirty="0"/>
              <a:t>X = 5,Y=12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A2455B2-E6E8-38B8-33E6-FFD6CDE767CB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4156911" y="3988468"/>
            <a:ext cx="188065" cy="1377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DDB3A8B-DF75-7A24-DA14-8D686C95A2D0}"/>
              </a:ext>
            </a:extLst>
          </p:cNvPr>
          <p:cNvSpPr txBox="1"/>
          <p:nvPr/>
        </p:nvSpPr>
        <p:spPr>
          <a:xfrm>
            <a:off x="5774100" y="3912999"/>
            <a:ext cx="74251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CH" dirty="0"/>
              <a:t>ID = 1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BCDBC56-0A5F-548A-7A5B-A2304B0D9506}"/>
              </a:ext>
            </a:extLst>
          </p:cNvPr>
          <p:cNvCxnSpPr>
            <a:stCxn id="12" idx="1"/>
          </p:cNvCxnSpPr>
          <p:nvPr/>
        </p:nvCxnSpPr>
        <p:spPr>
          <a:xfrm flipH="1">
            <a:off x="5636795" y="4097665"/>
            <a:ext cx="1373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83F7ABF-B9F3-7968-6BD5-AFA8573116DD}"/>
              </a:ext>
            </a:extLst>
          </p:cNvPr>
          <p:cNvSpPr txBox="1"/>
          <p:nvPr/>
        </p:nvSpPr>
        <p:spPr>
          <a:xfrm>
            <a:off x="5782180" y="4282331"/>
            <a:ext cx="74251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CH" dirty="0"/>
              <a:t>ID </a:t>
            </a:r>
            <a:r>
              <a:rPr lang="fr-CH"/>
              <a:t>= 2</a:t>
            </a:r>
            <a:endParaRPr lang="fr-CH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F498970-6C1F-B039-9212-A003E72514E3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5636795" y="4349416"/>
            <a:ext cx="145385" cy="117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6E7080B-9110-C726-114B-2DFB0506F860}"/>
              </a:ext>
            </a:extLst>
          </p:cNvPr>
          <p:cNvSpPr txBox="1"/>
          <p:nvPr/>
        </p:nvSpPr>
        <p:spPr>
          <a:xfrm>
            <a:off x="1074198" y="958788"/>
            <a:ext cx="1353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 err="1"/>
              <a:t>Tile</a:t>
            </a:r>
            <a:r>
              <a:rPr lang="fr-CH" dirty="0"/>
              <a:t> pointer:</a:t>
            </a:r>
            <a:br>
              <a:rPr lang="fr-CH" dirty="0"/>
            </a:br>
            <a:r>
              <a:rPr lang="fr-CH" b="0" i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0xA9C4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123037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A48E7B-39B7-4ACA-B8D9-812F6C138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260" y="1280812"/>
            <a:ext cx="4515480" cy="42963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C186AF-7EEB-2581-7D9B-6B8B96AD8C3F}"/>
              </a:ext>
            </a:extLst>
          </p:cNvPr>
          <p:cNvSpPr txBox="1"/>
          <p:nvPr/>
        </p:nvSpPr>
        <p:spPr>
          <a:xfrm>
            <a:off x="1950692" y="1457645"/>
            <a:ext cx="106375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CH" dirty="0"/>
              <a:t>X </a:t>
            </a:r>
            <a:r>
              <a:rPr lang="fr-CH"/>
              <a:t>= 0,</a:t>
            </a:r>
            <a:r>
              <a:rPr lang="fr-CH" dirty="0"/>
              <a:t>Y</a:t>
            </a:r>
            <a:r>
              <a:rPr lang="fr-CH"/>
              <a:t>=1</a:t>
            </a:r>
            <a:endParaRPr lang="fr-CH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A2455B2-E6E8-38B8-33E6-FFD6CDE767CB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3014445" y="1573859"/>
            <a:ext cx="877771" cy="684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DDB3A8B-DF75-7A24-DA14-8D686C95A2D0}"/>
              </a:ext>
            </a:extLst>
          </p:cNvPr>
          <p:cNvSpPr txBox="1"/>
          <p:nvPr/>
        </p:nvSpPr>
        <p:spPr>
          <a:xfrm>
            <a:off x="6977633" y="1573859"/>
            <a:ext cx="74251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CH" dirty="0"/>
              <a:t>ID = 0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BCDBC56-0A5F-548A-7A5B-A2304B0D9506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4362450" y="1758525"/>
            <a:ext cx="261518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83F7ABF-B9F3-7968-6BD5-AFA8573116DD}"/>
              </a:ext>
            </a:extLst>
          </p:cNvPr>
          <p:cNvSpPr txBox="1"/>
          <p:nvPr/>
        </p:nvSpPr>
        <p:spPr>
          <a:xfrm>
            <a:off x="6985713" y="1943191"/>
            <a:ext cx="74251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CH" dirty="0"/>
              <a:t>ID = 1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F498970-6C1F-B039-9212-A003E72514E3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4421981" y="2127857"/>
            <a:ext cx="2563732" cy="5813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062759F-D1FF-9901-6B9B-7A0880E7B9AA}"/>
              </a:ext>
            </a:extLst>
          </p:cNvPr>
          <p:cNvSpPr txBox="1"/>
          <p:nvPr/>
        </p:nvSpPr>
        <p:spPr>
          <a:xfrm>
            <a:off x="6993793" y="2312523"/>
            <a:ext cx="74251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CH" dirty="0"/>
              <a:t>ID = 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3C89D1-0396-C5BF-C860-08911CD39563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4344976" y="2497189"/>
            <a:ext cx="2648817" cy="16881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830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445B66-335A-9A48-9632-4F5D23522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470" y="1166497"/>
            <a:ext cx="4725059" cy="45250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C186AF-7EEB-2581-7D9B-6B8B96AD8C3F}"/>
              </a:ext>
            </a:extLst>
          </p:cNvPr>
          <p:cNvSpPr txBox="1"/>
          <p:nvPr/>
        </p:nvSpPr>
        <p:spPr>
          <a:xfrm>
            <a:off x="4348244" y="4026387"/>
            <a:ext cx="1310615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CH" dirty="0"/>
              <a:t>X = 12,Y=12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A2455B2-E6E8-38B8-33E6-FFD6CDE767CB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658859" y="4211053"/>
            <a:ext cx="928430" cy="661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DDB3A8B-DF75-7A24-DA14-8D686C95A2D0}"/>
              </a:ext>
            </a:extLst>
          </p:cNvPr>
          <p:cNvSpPr txBox="1"/>
          <p:nvPr/>
        </p:nvSpPr>
        <p:spPr>
          <a:xfrm>
            <a:off x="8962843" y="4347138"/>
            <a:ext cx="74251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CH" dirty="0"/>
              <a:t>ID = 0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BCDBC56-0A5F-548A-7A5B-A2304B0D9506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8151395" y="4481763"/>
            <a:ext cx="811448" cy="5004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83F7ABF-B9F3-7968-6BD5-AFA8573116DD}"/>
              </a:ext>
            </a:extLst>
          </p:cNvPr>
          <p:cNvSpPr txBox="1"/>
          <p:nvPr/>
        </p:nvSpPr>
        <p:spPr>
          <a:xfrm>
            <a:off x="8970923" y="4716470"/>
            <a:ext cx="74251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CH" dirty="0"/>
              <a:t>ID = 1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F498970-6C1F-B039-9212-A003E72514E3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8007016" y="4901136"/>
            <a:ext cx="963907" cy="6326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062759F-D1FF-9901-6B9B-7A0880E7B9AA}"/>
              </a:ext>
            </a:extLst>
          </p:cNvPr>
          <p:cNvSpPr txBox="1"/>
          <p:nvPr/>
        </p:nvSpPr>
        <p:spPr>
          <a:xfrm>
            <a:off x="8979003" y="5085802"/>
            <a:ext cx="74251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CH" dirty="0"/>
              <a:t>ID = 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3C89D1-0396-C5BF-C860-08911CD39563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8151395" y="5270468"/>
            <a:ext cx="827608" cy="9447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1940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4E9C1D-129B-A2DA-9CD3-CBD536ED34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58" t="5328" r="7937" b="9655"/>
          <a:stretch/>
        </p:blipFill>
        <p:spPr>
          <a:xfrm>
            <a:off x="553583" y="2935707"/>
            <a:ext cx="3039215" cy="29657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F28616-AF00-F103-A2D0-2D5E53CADD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41" t="4531"/>
          <a:stretch/>
        </p:blipFill>
        <p:spPr>
          <a:xfrm>
            <a:off x="4415589" y="2935707"/>
            <a:ext cx="3039215" cy="29649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643971-932C-A8E1-38BD-FF25353610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90" t="4465" r="3252" b="1464"/>
          <a:stretch/>
        </p:blipFill>
        <p:spPr>
          <a:xfrm>
            <a:off x="8704848" y="2935707"/>
            <a:ext cx="3092384" cy="2964904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65EC33FF-A971-0499-31CC-2C79880DB2B4}"/>
              </a:ext>
            </a:extLst>
          </p:cNvPr>
          <p:cNvSpPr/>
          <p:nvPr/>
        </p:nvSpPr>
        <p:spPr>
          <a:xfrm>
            <a:off x="3592798" y="4180974"/>
            <a:ext cx="618255" cy="5173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0BB77BD-8C3C-D9AA-4765-EC638C0238CB}"/>
              </a:ext>
            </a:extLst>
          </p:cNvPr>
          <p:cNvSpPr/>
          <p:nvPr/>
        </p:nvSpPr>
        <p:spPr>
          <a:xfrm>
            <a:off x="7659340" y="4180974"/>
            <a:ext cx="618255" cy="5173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829220-D822-B0E5-E3C1-680A7B40005D}"/>
              </a:ext>
            </a:extLst>
          </p:cNvPr>
          <p:cNvSpPr txBox="1"/>
          <p:nvPr/>
        </p:nvSpPr>
        <p:spPr>
          <a:xfrm>
            <a:off x="866274" y="1094874"/>
            <a:ext cx="2568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Just </a:t>
            </a:r>
            <a:r>
              <a:rPr lang="fr-CH" dirty="0" err="1"/>
              <a:t>after</a:t>
            </a:r>
            <a:r>
              <a:rPr lang="fr-CH" dirty="0"/>
              <a:t> </a:t>
            </a:r>
            <a:r>
              <a:rPr lang="fr-CH" dirty="0" err="1"/>
              <a:t>switching</a:t>
            </a:r>
            <a:r>
              <a:rPr lang="fr-CH" dirty="0"/>
              <a:t> </a:t>
            </a:r>
            <a:r>
              <a:rPr lang="fr-CH" dirty="0" err="1"/>
              <a:t>pkm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638409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79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forgione</dc:creator>
  <cp:lastModifiedBy>david forgione</cp:lastModifiedBy>
  <cp:revision>9</cp:revision>
  <dcterms:created xsi:type="dcterms:W3CDTF">2025-10-28T13:25:41Z</dcterms:created>
  <dcterms:modified xsi:type="dcterms:W3CDTF">2026-09-09T15:53:07Z</dcterms:modified>
</cp:coreProperties>
</file>